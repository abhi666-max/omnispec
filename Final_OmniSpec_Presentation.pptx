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t>Team name: KLassic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t>Team leader name: Abhijeet Kangane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/>
          <a:p>
            <a:pPr>
              <a:defRPr sz="1800"/>
            </a:pPr>
            <a:r>
              <a:t>OmniSpec is a comprehensive AI-powered intelligence pipeline that bulk processes unstructured supplier datasheets (PDFs) and URLs into perfectly validated, commerce-ready catalogs. It leverages advanced Large Language Models (LLMs) and deterministic fallback engines to generate structured Golden Records with extremely high accuracy, bypassing the need for manual data entry.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600"/>
            </a:pPr>
            <a:r>
              <a:t>1. Enrichment: Ingests minimal inputs and fetches technical sheets, using a Hybrid AI extraction pipeline (Qwen-27B LLM + Deterministic Fallback).</a:t>
            </a:r>
            <a:br/>
            <a:br/>
            <a:r>
              <a:t>2. Validation: Applies real-time Confidence Scoring. Anything below 95% is flagged for Human-in-the-Loop (HITL) review to ensure 100% integrity.</a:t>
            </a:r>
            <a:br/>
            <a:br/>
            <a:r>
              <a:t>3. Scalability: Built on FastAPI and Next.js microservices for asynchronous bulk processing. Uses PyMuPDF/BS4 to dynamically normalize any unstructured document format.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/>
          <a:p>
            <a:pPr>
              <a:defRPr sz="1800"/>
            </a:pPr>
            <a:r>
              <a:t>Unlike rigid parsers, OmniSpec dynamically adapts to any manufacturer's layout automatically. </a:t>
            </a:r>
            <a:br/>
            <a:br/>
            <a:r>
              <a:t>Unlike pure API-dependent LLMs which crash frequently, our hybrid engine guarantees 100% reliable local fallback during network outages. </a:t>
            </a:r>
            <a:br/>
            <a:br/>
            <a:r>
              <a:t>USP: Zero-API-Dependency Fallback Mode for 100% uptime, Ultra-Fast asynchronous processing, and an automated UNSPSC taxonomy prediction engine natively integrated into a premium sci-fi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/>
          <a:p>
            <a:pPr>
              <a:defRPr sz="1800"/>
            </a:pPr>
            <a:r>
              <a:t>• Multi-modal Ingestion (Drag-and-Drop PDFs, Direct URLs)</a:t>
            </a:r>
            <a:br/>
            <a:r>
              <a:t>• Hybrid AI Extraction Pipeline (Groq LLM + Local Deterministic Fallback)</a:t>
            </a:r>
            <a:br/>
            <a:r>
              <a:t>• Automated UNSPSC Taxonomy Categorization</a:t>
            </a:r>
            <a:br/>
            <a:r>
              <a:t>• Real-time Confidence Scoring and Data Triangulation</a:t>
            </a:r>
            <a:br/>
            <a:r>
              <a:t>• Human-in-the-Loop (HITL) Enrichment Dashboard</a:t>
            </a:r>
            <a:br/>
            <a:r>
              <a:t>• Fully Responsive Sci-Fi UI for industrial users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/>
          <a:p>
            <a:pPr>
              <a:defRPr sz="1800"/>
            </a:pPr>
          </a:p>
        </p:txBody>
      </p:sp>
      <p:pic>
        <p:nvPicPr>
          <p:cNvPr id="138" name="Picture 137" descr="process_flow_diagram_178747922156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645920"/>
            <a:ext cx="5943600" cy="33173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/>
          <a:p>
            <a:pPr>
              <a:defRPr sz="1800"/>
            </a:pPr>
          </a:p>
        </p:txBody>
      </p:sp>
      <p:pic>
        <p:nvPicPr>
          <p:cNvPr id="144" name="Picture 143" descr="landing_page_17874792569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645920"/>
            <a:ext cx="5943600" cy="35272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/>
          <a:p>
            <a:pPr>
              <a:defRPr sz="1800"/>
            </a:pPr>
          </a:p>
        </p:txBody>
      </p:sp>
      <p:pic>
        <p:nvPicPr>
          <p:cNvPr id="150" name="Picture 149" descr="architecture_diagram_178747923656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645920"/>
            <a:ext cx="5943600" cy="33173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/>
          <a:p>
            <a:pPr>
              <a:defRPr sz="1800"/>
            </a:pPr>
            <a:r>
              <a:t>Frontend: Next.js 16.3, React 19, Tailwind CSS, Framer Motion</a:t>
            </a:r>
            <a:br/>
            <a:r>
              <a:t>Backend: FastAPI, Uvicorn, Python 3.10+</a:t>
            </a:r>
            <a:br/>
            <a:r>
              <a:t>AI/Parsing: Groq API (Qwen-27B), PyMuPDF, BeautifulSoup4</a:t>
            </a:r>
            <a:br/>
            <a:r>
              <a:t>Deployment: Vercel (Frontend), Render (Backend)</a:t>
            </a:r>
            <a:br/>
            <a:r>
              <a:t>Tooling: Git, Eslint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/>
          <a:p>
            <a:pPr>
              <a:defRPr sz="1800"/>
            </a:pPr>
            <a:r>
              <a:t>Extremely Low / Near Zero.</a:t>
            </a:r>
            <a:br/>
            <a:br/>
            <a:r>
              <a:t>By utilizing high-efficiency open-source models (Llama3/Qwen) via ultra-fast inference APIs (Groq), the operational processing cost per 10,000 SKUs is a fraction of traditional manual data entry or commercial LLM (GPT-4) alternatives.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/>
          <a:p>
            <a:pPr>
              <a:defRPr sz="1800"/>
            </a:pPr>
          </a:p>
        </p:txBody>
      </p:sp>
      <p:pic>
        <p:nvPicPr>
          <p:cNvPr id="168" name="Picture 167" descr="dashboard_17874793358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645920"/>
            <a:ext cx="5943600" cy="35272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/>
          <a:p>
            <a:pPr>
              <a:defRPr sz="1800"/>
            </a:pPr>
            <a:r>
              <a:t>Our immediate future roadmap includes:</a:t>
            </a:r>
            <a:br/>
            <a:br/>
            <a:r>
              <a:t>1. Direct eCommerce platform integrations (e.g., Shopify, Magento ERP plugins).</a:t>
            </a:r>
            <a:br/>
            <a:r>
              <a:t>2. An automated web-crawler that actively monitors supplier websites for real-time datasheet updates and pushes delta changes directly to the Golden Records.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br/>
            <a:pPr>
              <a:defRPr sz="1800"/>
            </a:pPr>
            <a:r>
              <a:t>GitHub: https://github.com/Abhi666-max/OmniSpec</a:t>
            </a:r>
            <a:br/>
            <a:r>
              <a:t>Demo Video: https://youtu.be/775Z2EbCy8E</a:t>
            </a:r>
            <a:br/>
            <a:r>
              <a:t>Prototype Link: https://omni-spec-one.vercel.app/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