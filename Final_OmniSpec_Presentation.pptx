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embeddedFontLst>
    <p:embeddedFont>
      <p:font typeface="Google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GoogleSans-regular.fntdata"/><Relationship Id="rId23" Type="http://schemas.openxmlformats.org/officeDocument/2006/relationships/font" Target="fonts/GoogleSans-bold.fntdata"/><Relationship Id="rId24" Type="http://schemas.openxmlformats.org/officeDocument/2006/relationships/font" Target="fonts/GoogleSans-italic.fntdata"/><Relationship Id="rId25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97113ba4d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f97113ba4d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97113ba4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g3f97113ba4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97113ba4d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g3f97113ba4d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971cbf117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971cbf117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97113ba4d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g3f97113ba4d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97113ba4d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3f97113ba4d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97113ba4d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f97113ba4d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97113ba4d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3f97113ba4d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97113ba4d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g3f97113ba4d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97113ba4d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g3f97113ba4d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97113ba4d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g3f97113ba4d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97113ba4d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f97113ba4d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97113ba4d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g3f97113ba4d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97113ba4d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g3f97113ba4d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97113ba4d_0_1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g3f97113ba4d_0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5"/>
          <p:cNvSpPr txBox="1"/>
          <p:nvPr/>
        </p:nvSpPr>
        <p:spPr>
          <a:xfrm>
            <a:off x="436625" y="8810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GB" sz="4000" u="none" cap="none" strike="noStrike">
                <a:solidFill>
                  <a:schemeClr val="accent1"/>
                </a:solidFill>
                <a:latin typeface="Google Sans"/>
                <a:ea typeface="Google Sans"/>
                <a:cs typeface="Google Sans"/>
                <a:sym typeface="Google Sans"/>
              </a:rPr>
              <a:t>Guidelines</a:t>
            </a:r>
            <a:endParaRPr b="1" i="0" sz="4000" u="none" cap="none" strike="noStrike">
              <a:solidFill>
                <a:schemeClr val="accen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01" name="Google Shape;101;p25"/>
          <p:cNvSpPr txBox="1"/>
          <p:nvPr/>
        </p:nvSpPr>
        <p:spPr>
          <a:xfrm>
            <a:off x="609900" y="1711275"/>
            <a:ext cx="7924200" cy="19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Kindly use the given template for submitting your </a:t>
            </a: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prototype</a:t>
            </a: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(Make a copy of the template)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One team is only required to submit one project.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Follow this template while preparing your presentation.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You are welcome to add as many POCs and design concepts to support your project.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The project should be feasible and the team members should be capable enough, to come up with the fully functioning prototype of the same idea, if required.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6" title="Framedede 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3"/>
            <a:ext cx="9144003" cy="514347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6"/>
          <p:cNvSpPr txBox="1"/>
          <p:nvPr/>
        </p:nvSpPr>
        <p:spPr>
          <a:xfrm>
            <a:off x="186200" y="3221675"/>
            <a:ext cx="8760000" cy="16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Details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name: KLassic 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leader name: Abhijeet Kangane 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7"/>
          <p:cNvSpPr txBox="1"/>
          <p:nvPr/>
        </p:nvSpPr>
        <p:spPr>
          <a:xfrm>
            <a:off x="390000" y="775625"/>
            <a:ext cx="8364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Brief about your solution</a:t>
            </a:r>
            <a:endParaRPr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/>
            </a:pPr>
            <a:r>
              <a:t>OmniSpec is a comprehensive AI-powered intelligence pipeline that bulk processes unstructured supplier datasheets (PDFs) and URLs into perfectly validated, commerce-ready catalogs. It leverages advanced Large Language Models (LLMs) and deterministic fallback engines to generate structured Golden Records with extremely high accuracy, bypassing the need for manual data entry.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8"/>
          <p:cNvSpPr txBox="1"/>
          <p:nvPr>
            <p:ph type="ctrTitle"/>
          </p:nvPr>
        </p:nvSpPr>
        <p:spPr>
          <a:xfrm>
            <a:off x="224133" y="743250"/>
            <a:ext cx="8520600" cy="205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200"/>
              <a:t>1. How does your solution enrich minimal product information?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-GB" sz="1000">
                <a:solidFill>
                  <a:srgbClr val="434343"/>
                </a:solidFill>
              </a:rPr>
              <a:t>Briefly explain how your solution transforms limited inputs (e.g., Part Number, Brand, Short Description) into rich product intelligence.</a:t>
            </a:r>
            <a:endParaRPr i="1" sz="1000">
              <a:solidFill>
                <a:srgbClr val="43434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200"/>
              <a:t>2. How does your solution ensure accuracy and trust in the generated product data?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-GB" sz="1000">
                <a:solidFill>
                  <a:srgbClr val="434343"/>
                </a:solidFill>
              </a:rPr>
              <a:t>Describe your validation strategy. This may include:</a:t>
            </a:r>
            <a:endParaRPr i="1" sz="1000">
              <a:solidFill>
                <a:srgbClr val="43434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-GB" sz="1000">
                <a:solidFill>
                  <a:srgbClr val="434343"/>
                </a:solidFill>
              </a:rPr>
              <a:t>(Confidence scoring, Multi-source verification, Human review, Rule-based validation, AI validation, Other approaches)</a:t>
            </a:r>
            <a:endParaRPr i="1" sz="1000">
              <a:solidFill>
                <a:srgbClr val="43434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200"/>
              <a:t>3. What makes your solution scalable for enterprise product catalogs?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-GB" sz="1000">
                <a:solidFill>
                  <a:srgbClr val="434343"/>
                </a:solidFill>
              </a:rPr>
              <a:t>Describe how your solution would handle: Large product catalogs, New manufacturers, Different document formats, Continuous product updates</a:t>
            </a:r>
            <a:endParaRPr i="1" sz="1000">
              <a:solidFill>
                <a:srgbClr val="434343"/>
              </a:solidFill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/>
            </a:pPr>
            <a:r>
              <a:t>1. Enrichment: Ingests minimal inputs and fetches technical sheets, using a Hybrid AI extraction pipeline (Qwen-27B LLM + Deterministic Fallback).</a:t>
            </a:r>
            <a:br/>
            <a:br/>
            <a:r>
              <a:t>2. Validation: Applies real-time Confidence Scoring. Anything below 95% is flagged for Human-in-the-Loop (HITL) review to ensure 100% integrity.</a:t>
            </a:r>
            <a:br/>
            <a:br/>
            <a:r>
              <a:t>3. Scalability: Built on FastAPI and Next.js microservices for asynchronous bulk processing. Uses PyMuPDF/BS4 to dynamically normalize any unstructured document format.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9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9"/>
          <p:cNvSpPr txBox="1"/>
          <p:nvPr/>
        </p:nvSpPr>
        <p:spPr>
          <a:xfrm>
            <a:off x="183250" y="8185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Opportunities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How different is it from any of the other existing ideas?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How will it be able to solve the problem statemen</a:t>
            </a:r>
            <a:r>
              <a:rPr lang="en-GB" sz="1800">
                <a:latin typeface="Google Sans"/>
                <a:ea typeface="Google Sans"/>
                <a:cs typeface="Google Sans"/>
                <a:sym typeface="Google Sans"/>
              </a:rPr>
              <a:t>t given</a:t>
            </a: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?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USP of the proposed solution</a:t>
            </a:r>
            <a:endParaRPr sz="1800"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595959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/>
            </a:pPr>
            <a:r>
              <a:t>Unlike rigid parsers, OmniSpec dynamically adapts to any manufacturer's layout automatically. </a:t>
            </a:r>
            <a:br/>
            <a:br/>
            <a:r>
              <a:t>Unlike pure API-dependent LLMs which crash frequently, our hybrid engine guarantees 100% reliable local fallback during network outages. </a:t>
            </a:r>
            <a:br/>
            <a:br/>
            <a:r>
              <a:t>USP: Zero-API-Dependency Fallback Mode for 100% uptime, Ultra-Fast asynchronous processing, and an automated UNSPSC taxonomy prediction engine natively integrated into a premium sci-fi dashboard.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0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0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List of features offered by the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/>
            </a:pPr>
            <a:r>
              <a:t>• Multi-modal Ingestion (Drag-and-Drop PDFs, Direct URLs)</a:t>
            </a:r>
            <a:br/>
            <a:r>
              <a:t>• Hybrid AI Extraction Pipeline (Groq LLM + Local Deterministic Fallback)</a:t>
            </a:r>
            <a:br/>
            <a:r>
              <a:t>• Automated UNSPSC Taxonomy Categorization</a:t>
            </a:r>
            <a:br/>
            <a:r>
              <a:t>• Real-time Confidence Scoring and Data Triangulation</a:t>
            </a:r>
            <a:br/>
            <a:r>
              <a:t>• Human-in-the-Loop (HITL) Enrichment Dashboard</a:t>
            </a:r>
            <a:br/>
            <a:r>
              <a:t>• Fully Responsive Sci-Fi UI for industrial users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31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31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Process flow diagram or Use-case diagram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38" name="Picture 137" descr="process_flow_diagram_178747922156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645920"/>
            <a:ext cx="7315200" cy="40829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32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2"/>
          <p:cNvSpPr txBox="1"/>
          <p:nvPr/>
        </p:nvSpPr>
        <p:spPr>
          <a:xfrm>
            <a:off x="207700" y="87965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Wireframes/Mock diagrams of the proposed solution (optional)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44" name="Picture 143" descr="landing_page_178747925696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645920"/>
            <a:ext cx="7315200" cy="434124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33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3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Architecture diagram of the proposed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50" name="Picture 149" descr="architecture_diagram_178747923656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645920"/>
            <a:ext cx="7315200" cy="40829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34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4"/>
          <p:cNvSpPr txBox="1"/>
          <p:nvPr/>
        </p:nvSpPr>
        <p:spPr>
          <a:xfrm>
            <a:off x="158825" y="855225"/>
            <a:ext cx="8784300" cy="11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Technologies used in the solution</a:t>
            </a:r>
            <a:endParaRPr b="0" i="0" sz="12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/>
            </a:pPr>
            <a:r>
              <a:t>Frontend: Next.js 16.3, React 19, Tailwind CSS, Framer Motion</a:t>
            </a:r>
            <a:br/>
            <a:r>
              <a:t>Backend: FastAPI, Uvicorn, Python 3.10+</a:t>
            </a:r>
            <a:br/>
            <a:r>
              <a:t>AI/Parsing: Groq API (Qwen-27B), PyMuPDF, BeautifulSoup4</a:t>
            </a:r>
            <a:br/>
            <a:r>
              <a:t>Deployment: Vercel (Frontend), Render (Backend)</a:t>
            </a:r>
            <a:br/>
            <a:r>
              <a:t>Tooling: Git, Eslint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3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35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Estimated implementation cost (optional)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/>
            </a:pPr>
            <a:r>
              <a:t>Extremely Low / Near Zero.</a:t>
            </a:r>
            <a:br/>
            <a:br/>
            <a:r>
              <a:t>By utilizing high-efficiency open-source models (Llama3/Qwen) via ultra-fast inference APIs (Groq), the operational processing cost per 10,000 SKUs is a fraction of traditional manual data entry or commercial LLM (GPT-4) alternatives.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6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6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Snapshots of the MVP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68" name="Picture 167" descr="dashboard_17874793358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645920"/>
            <a:ext cx="7315200" cy="434124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3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37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Additional Details/Future Development (if any)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4" name="TextBox 173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/>
            </a:pPr>
            <a:r>
              <a:t>Our immediate future roadmap includes:</a:t>
            </a:r>
            <a:br/>
            <a:br/>
            <a:r>
              <a:t>1. Direct eCommerce platform integrations (e.g., Shopify, Magento ERP plugins).</a:t>
            </a:r>
            <a:br/>
            <a:r>
              <a:t>2. An automated web-crawler that actively monitors supplier websites for real-time datasheet updates and pushes delta changes directly to the Golden Records.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3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38"/>
          <p:cNvSpPr txBox="1"/>
          <p:nvPr/>
        </p:nvSpPr>
        <p:spPr>
          <a:xfrm>
            <a:off x="146600" y="843000"/>
            <a:ext cx="8833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Provide links to your: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rabi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GitHub: https://github.com/Abhi666-max/OmniSpec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rabi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Demo Video: https://youtu.be/775Z2EbCy8E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Google Sans"/>
              <a:buAutoNum type="arabicPeriod"/>
            </a:pPr>
            <a:r>
              <a:rPr lang="en-GB" sz="1800">
                <a:latin typeface="Google Sans"/>
                <a:ea typeface="Google Sans"/>
                <a:cs typeface="Google Sans"/>
                <a:sym typeface="Google Sans"/>
              </a:rPr>
              <a:t>Prototype Link: https://omni-spec-one.vercel.app/</a:t>
            </a:r>
            <a:endParaRPr sz="1800"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39" title="Framededede 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